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9446707-2779-7DFF-4ADD-3CB3FD06AF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F61421B9-F9B1-BEEA-F38E-93ECC8F188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A2116DD-0E90-B306-F4FD-C5B2F746A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9A0C800-1F2C-908C-ABB0-9EA2330AD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B2268F5-44AC-AA47-9E05-B7CDC4180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21402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338353A-836C-9C8D-00C8-49E08B508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A702D52-DAFB-0DDE-5C06-57492D36A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E9C3694-1A79-B0EB-5142-02381B4D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D382151-BBA0-6420-FB82-2CD1E8CE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F36B762-1337-6D2E-9802-2F2067C8D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3749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B81DAA9-22EC-DFFE-BEEB-6AB23AAA5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2C18EC8-C8FE-ECA0-BB15-24E940F7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13437EC-FEA0-E794-B37C-3AC3B36A7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D6B9ACE-E487-6C56-FF68-8744D988D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07B2AC4-9353-B065-5304-F56E8549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67927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49CDEC8-51E5-1328-3528-A1D86E28C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B814E98-CAD9-E02F-9E60-13A36F70E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3CF20C1-A7D1-984C-2EC3-E03AA5E4F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9309B2B-BACE-8FE2-1565-9BAE9ECD1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4DAFF309-4ADA-5050-E5A4-A5A6C1A42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38C1813-8142-88B6-FCF7-F90EAF80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60861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31860E5-6676-4E8D-6307-39412B2A7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CC263186-7413-D9B3-BA86-C91475574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3D92F415-01D0-3297-4E81-02B6AB1E1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8AA7B280-32C0-D331-16EA-90A44C950F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BDA61632-D39E-58C8-4B03-BCBBFA22C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783283A0-A811-4DF7-6527-73E7590F6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4E2648EC-2F71-D492-391C-F89AC8EC6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CBD49B75-5CE2-BFEF-B18F-E729B5B5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20157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06A4177-3177-5E87-CDBC-8944BD56C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6D672686-6CAD-B64E-4BE5-077CCCEC1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7C8612B1-B2CA-2C84-55DA-5BEB029AF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20487E92-B180-FE73-62BD-A96DD907A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23013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C77E393F-1B9B-E06E-29BD-171FA994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D5ED19A-7777-5E45-D5B7-F83A51B24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35AA565-43DB-52B6-7BB7-D6624B6D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972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213C220-7EC6-1ECB-9D77-74F148587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040E7CD-B46D-711B-5AE1-D49FB054A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71487B9E-E9BA-D8AC-C3BA-BF9CC88B9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5B6B93C-7F6D-2540-7FC7-8BECAFBBA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9808E537-C408-72E1-ED88-2707204CB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F71FFA4-1A97-5815-F2F2-699DFB581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46356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D7AFD7A-1073-BA5F-DFBA-0FB3F0834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2CF82E57-47F0-E149-DC73-9CBF47AF3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70D206A8-2B81-DD5B-2DDA-CE885E9F1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C4307F4-8B3C-8E8F-A06A-CC993896F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40BC643-1633-E7C8-76EA-D3142A278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CAF7C4D8-259F-62B4-E272-557590882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69506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20137C3-39C6-77CD-7D35-39B8571A7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3107ED13-C839-5A4E-1EAA-32E0E6477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BCAD319-19DA-FADF-CCE6-5FE0BDA52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6BFC83E-0BE5-E7FB-01B0-5CF201C77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1AFB393-EA60-AD6B-1A58-E9FC9DCFF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35508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C32E086C-44CC-1106-0CFE-E1C78D0B70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CB7E5102-EC58-79B7-1041-6D73A8526B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6B99B2B-BE77-200E-85EB-B9DF11B1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7373E56-EDCB-5B6F-2EC9-AAC700B48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1D06A65-51E3-C0C0-F931-C6ED3188D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95905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EE7B42C3-A1B1-D256-7D46-ECC7F015B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C7D9017-F2BD-5F9A-6D6D-31513712E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CA753A8-794D-7F58-76C3-D3C0484075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80CEA4-F176-4985-B0BA-8D694CF35E59}" type="datetimeFigureOut">
              <a:rPr lang="he-IL" smtClean="0"/>
              <a:t>כ"ה/טבת/תשפ"ו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5FE0480-520C-EC9D-8E2D-35BF842FB2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1EC84B8-13A4-C1B3-023E-C49EFC3D5E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C23E6D-75DC-4BF2-9F84-940A45BB472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72293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6586F7D-5D80-C4D7-F4C3-181AA044C0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BD9AEFB5-B2F0-F6C0-1164-4F76FF67B4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2882251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מסך רחב</PresentationFormat>
  <Paragraphs>0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2026-01-14T08:20:47Z</dcterms:created>
  <dcterms:modified xsi:type="dcterms:W3CDTF">2026-01-14T08:21:01Z</dcterms:modified>
</cp:coreProperties>
</file>