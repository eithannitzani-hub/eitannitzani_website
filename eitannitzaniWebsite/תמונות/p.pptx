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9446707-2779-7DFF-4ADD-3CB3FD06AF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F61421B9-F9B1-BEEA-F38E-93ECC8F18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A2116DD-0E90-B306-F4FD-C5B2F746A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0CEA4-F176-4985-B0BA-8D694CF35E59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9A0C800-1F2C-908C-ABB0-9EA2330AD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B2268F5-44AC-AA47-9E05-B7CDC4180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23E6D-75DC-4BF2-9F84-940A45BB47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21402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338353A-836C-9C8D-00C8-49E08B508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A702D52-DAFB-0DDE-5C06-57492D36A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E9C3694-1A79-B0EB-5142-02381B4D03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0CEA4-F176-4985-B0BA-8D694CF35E59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D382151-BBA0-6420-FB82-2CD1E8CE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F36B762-1337-6D2E-9802-2F2067C8D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23E6D-75DC-4BF2-9F84-940A45BB47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3749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B81DAA9-22EC-DFFE-BEEB-6AB23AAA5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2C18EC8-C8FE-ECA0-BB15-24E940F7F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13437EC-FEA0-E794-B37C-3AC3B36A7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0CEA4-F176-4985-B0BA-8D694CF35E59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D6B9ACE-E487-6C56-FF68-8744D988D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07B2AC4-9353-B065-5304-F56E85499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23E6D-75DC-4BF2-9F84-940A45BB47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67927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49CDEC8-51E5-1328-3528-A1D86E28C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B814E98-CAD9-E02F-9E60-13A36F70E7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3CF20C1-A7D1-984C-2EC3-E03AA5E4F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9309B2B-BACE-8FE2-1565-9BAE9ECD1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0CEA4-F176-4985-B0BA-8D694CF35E59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DAFF309-4ADA-5050-E5A4-A5A6C1A4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38C1813-8142-88B6-FCF7-F90EAF80D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23E6D-75DC-4BF2-9F84-940A45BB47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0861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31860E5-6676-4E8D-6307-39412B2A7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C263186-7413-D9B3-BA86-C914755745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D92F415-01D0-3297-4E81-02B6AB1E1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8AA7B280-32C0-D331-16EA-90A44C950F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BDA61632-D39E-58C8-4B03-BCBBFA22C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783283A0-A811-4DF7-6527-73E7590F6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0CEA4-F176-4985-B0BA-8D694CF35E59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4E2648EC-2F71-D492-391C-F89AC8EC6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CBD49B75-5CE2-BFEF-B18F-E729B5B5E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23E6D-75DC-4BF2-9F84-940A45BB47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20157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06A4177-3177-5E87-CDBC-8944BD56C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6D672686-6CAD-B64E-4BE5-077CCCEC1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0CEA4-F176-4985-B0BA-8D694CF35E59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C8612B1-B2CA-2C84-55DA-5BEB029AF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20487E92-B180-FE73-62BD-A96DD907A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23E6D-75DC-4BF2-9F84-940A45BB47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23013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C77E393F-1B9B-E06E-29BD-171FA9947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0CEA4-F176-4985-B0BA-8D694CF35E59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7D5ED19A-7777-5E45-D5B7-F83A51B24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335AA565-43DB-52B6-7BB7-D6624B6D6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23E6D-75DC-4BF2-9F84-940A45BB47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59725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213C220-7EC6-1ECB-9D77-74F148587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040E7CD-B46D-711B-5AE1-D49FB054A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71487B9E-E9BA-D8AC-C3BA-BF9CC88B9B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5B6B93C-7F6D-2540-7FC7-8BECAFBBA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0CEA4-F176-4985-B0BA-8D694CF35E59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808E537-C408-72E1-ED88-2707204CB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F71FFA4-1A97-5815-F2F2-699DFB581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23E6D-75DC-4BF2-9F84-940A45BB47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46356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D7AFD7A-1073-BA5F-DFBA-0FB3F0834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2CF82E57-47F0-E149-DC73-9CBF47AF35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70D206A8-2B81-DD5B-2DDA-CE885E9F13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C4307F4-8B3C-8E8F-A06A-CC993896F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0CEA4-F176-4985-B0BA-8D694CF35E59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40BC643-1633-E7C8-76EA-D3142A278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CAF7C4D8-259F-62B4-E272-557590882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23E6D-75DC-4BF2-9F84-940A45BB47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6950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20137C3-39C6-77CD-7D35-39B8571A7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107ED13-C839-5A4E-1EAA-32E0E64778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BCAD319-19DA-FADF-CCE6-5FE0BDA52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0CEA4-F176-4985-B0BA-8D694CF35E59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6BFC83E-0BE5-E7FB-01B0-5CF201C77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1AFB393-EA60-AD6B-1A58-E9FC9DCFF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23E6D-75DC-4BF2-9F84-940A45BB47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5508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C32E086C-44CC-1106-0CFE-E1C78D0B70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CB7E5102-EC58-79B7-1041-6D73A8526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6B99B2B-BE77-200E-85EB-B9DF11B13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0CEA4-F176-4985-B0BA-8D694CF35E59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7373E56-EDCB-5B6F-2EC9-AAC700B48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1D06A65-51E3-C0C0-F931-C6ED3188D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C23E6D-75DC-4BF2-9F84-940A45BB47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95905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EE7B42C3-A1B1-D256-7D46-ECC7F015B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C7D9017-F2BD-5F9A-6D6D-31513712E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CA753A8-794D-7F58-76C3-D3C0484075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80CEA4-F176-4985-B0BA-8D694CF35E59}" type="datetimeFigureOut">
              <a:rPr lang="he-IL" smtClean="0"/>
              <a:t>כ"ה/טבת/תשפ"ו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5FE0480-520C-EC9D-8E2D-35BF842FB2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1EC84B8-13A4-C1B3-023E-C49EFC3D5E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23E6D-75DC-4BF2-9F84-940A45BB472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72293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BD9AEFB5-B2F0-F6C0-1164-4F76FF67B4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לבן: פינות מעוגלות 3">
            <a:extLst>
              <a:ext uri="{FF2B5EF4-FFF2-40B4-BE49-F238E27FC236}">
                <a16:creationId xmlns:a16="http://schemas.microsoft.com/office/drawing/2014/main" id="{A6FB65FD-79A3-CCFF-9FF5-D0D19F9013F6}"/>
              </a:ext>
            </a:extLst>
          </p:cNvPr>
          <p:cNvSpPr/>
          <p:nvPr/>
        </p:nvSpPr>
        <p:spPr>
          <a:xfrm>
            <a:off x="4212336" y="2321878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עמוד בית</a:t>
            </a:r>
          </a:p>
        </p:txBody>
      </p:sp>
      <p:sp>
        <p:nvSpPr>
          <p:cNvPr id="6" name="מלבן: פינות מעוגלות 5">
            <a:extLst>
              <a:ext uri="{FF2B5EF4-FFF2-40B4-BE49-F238E27FC236}">
                <a16:creationId xmlns:a16="http://schemas.microsoft.com/office/drawing/2014/main" id="{C5C8EA70-11BA-6E83-0EA3-784593A7C584}"/>
              </a:ext>
            </a:extLst>
          </p:cNvPr>
          <p:cNvSpPr/>
          <p:nvPr/>
        </p:nvSpPr>
        <p:spPr>
          <a:xfrm>
            <a:off x="4212336" y="1621536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/>
              <a:t>הרשמה לאתר</a:t>
            </a:r>
          </a:p>
        </p:txBody>
      </p:sp>
      <p:sp>
        <p:nvSpPr>
          <p:cNvPr id="7" name="מלבן: פינות מעוגלות 6">
            <a:extLst>
              <a:ext uri="{FF2B5EF4-FFF2-40B4-BE49-F238E27FC236}">
                <a16:creationId xmlns:a16="http://schemas.microsoft.com/office/drawing/2014/main" id="{C1D8B514-DF10-24CF-BEB7-2F2184304256}"/>
              </a:ext>
            </a:extLst>
          </p:cNvPr>
          <p:cNvSpPr/>
          <p:nvPr/>
        </p:nvSpPr>
        <p:spPr>
          <a:xfrm>
            <a:off x="4209289" y="3084576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 err="1"/>
              <a:t>myform</a:t>
            </a:r>
            <a:endParaRPr lang="he-IL" dirty="0"/>
          </a:p>
        </p:txBody>
      </p:sp>
      <p:sp>
        <p:nvSpPr>
          <p:cNvPr id="8" name="מלבן: פינות מעוגלות 7">
            <a:extLst>
              <a:ext uri="{FF2B5EF4-FFF2-40B4-BE49-F238E27FC236}">
                <a16:creationId xmlns:a16="http://schemas.microsoft.com/office/drawing/2014/main" id="{FC4BA247-9A86-CBD7-E82B-EA25E50383AB}"/>
              </a:ext>
            </a:extLst>
          </p:cNvPr>
          <p:cNvSpPr/>
          <p:nvPr/>
        </p:nvSpPr>
        <p:spPr>
          <a:xfrm>
            <a:off x="6303264" y="19050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9" name="מלבן: פינות מעוגלות 8">
            <a:extLst>
              <a:ext uri="{FF2B5EF4-FFF2-40B4-BE49-F238E27FC236}">
                <a16:creationId xmlns:a16="http://schemas.microsoft.com/office/drawing/2014/main" id="{BF7DEEF3-8831-471C-8033-002F8D1DD8D9}"/>
              </a:ext>
            </a:extLst>
          </p:cNvPr>
          <p:cNvSpPr/>
          <p:nvPr/>
        </p:nvSpPr>
        <p:spPr>
          <a:xfrm>
            <a:off x="6455664" y="20574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מלבן: פינות מעוגלות 9">
            <a:extLst>
              <a:ext uri="{FF2B5EF4-FFF2-40B4-BE49-F238E27FC236}">
                <a16:creationId xmlns:a16="http://schemas.microsoft.com/office/drawing/2014/main" id="{59EDFEE4-31BD-CFD8-31B1-EF51D3396FB1}"/>
              </a:ext>
            </a:extLst>
          </p:cNvPr>
          <p:cNvSpPr/>
          <p:nvPr/>
        </p:nvSpPr>
        <p:spPr>
          <a:xfrm>
            <a:off x="2206752" y="855313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Login</a:t>
            </a:r>
            <a:endParaRPr lang="he-IL" dirty="0"/>
          </a:p>
        </p:txBody>
      </p:sp>
      <p:sp>
        <p:nvSpPr>
          <p:cNvPr id="11" name="מלבן: פינות מעוגלות 10">
            <a:extLst>
              <a:ext uri="{FF2B5EF4-FFF2-40B4-BE49-F238E27FC236}">
                <a16:creationId xmlns:a16="http://schemas.microsoft.com/office/drawing/2014/main" id="{6B91ACEB-9525-8DE3-72CE-C09119980F6F}"/>
              </a:ext>
            </a:extLst>
          </p:cNvPr>
          <p:cNvSpPr/>
          <p:nvPr/>
        </p:nvSpPr>
        <p:spPr>
          <a:xfrm>
            <a:off x="6760464" y="23622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מלבן: פינות מעוגלות 11">
            <a:extLst>
              <a:ext uri="{FF2B5EF4-FFF2-40B4-BE49-F238E27FC236}">
                <a16:creationId xmlns:a16="http://schemas.microsoft.com/office/drawing/2014/main" id="{274E66FB-461A-7F0D-067C-E8BF7E85A495}"/>
              </a:ext>
            </a:extLst>
          </p:cNvPr>
          <p:cNvSpPr/>
          <p:nvPr/>
        </p:nvSpPr>
        <p:spPr>
          <a:xfrm>
            <a:off x="6912864" y="25146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מלבן: פינות מעוגלות 12">
            <a:extLst>
              <a:ext uri="{FF2B5EF4-FFF2-40B4-BE49-F238E27FC236}">
                <a16:creationId xmlns:a16="http://schemas.microsoft.com/office/drawing/2014/main" id="{46DA348B-C7C0-17B7-26C0-DC988285839B}"/>
              </a:ext>
            </a:extLst>
          </p:cNvPr>
          <p:cNvSpPr/>
          <p:nvPr/>
        </p:nvSpPr>
        <p:spPr>
          <a:xfrm>
            <a:off x="7065264" y="26670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מלבן: פינות מעוגלות 13">
            <a:extLst>
              <a:ext uri="{FF2B5EF4-FFF2-40B4-BE49-F238E27FC236}">
                <a16:creationId xmlns:a16="http://schemas.microsoft.com/office/drawing/2014/main" id="{7225E5B2-75D8-44A9-7C05-CB0DBFEF0F8A}"/>
              </a:ext>
            </a:extLst>
          </p:cNvPr>
          <p:cNvSpPr/>
          <p:nvPr/>
        </p:nvSpPr>
        <p:spPr>
          <a:xfrm>
            <a:off x="7217664" y="28194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5" name="מלבן: פינות מעוגלות 14">
            <a:extLst>
              <a:ext uri="{FF2B5EF4-FFF2-40B4-BE49-F238E27FC236}">
                <a16:creationId xmlns:a16="http://schemas.microsoft.com/office/drawing/2014/main" id="{1980FB1B-463F-E52F-3D5B-AC658303CED0}"/>
              </a:ext>
            </a:extLst>
          </p:cNvPr>
          <p:cNvSpPr/>
          <p:nvPr/>
        </p:nvSpPr>
        <p:spPr>
          <a:xfrm>
            <a:off x="7370064" y="29718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מלבן: פינות מעוגלות 15">
            <a:extLst>
              <a:ext uri="{FF2B5EF4-FFF2-40B4-BE49-F238E27FC236}">
                <a16:creationId xmlns:a16="http://schemas.microsoft.com/office/drawing/2014/main" id="{26BBD8BD-9C83-D9AB-A6D2-ADF5D70CB5CE}"/>
              </a:ext>
            </a:extLst>
          </p:cNvPr>
          <p:cNvSpPr/>
          <p:nvPr/>
        </p:nvSpPr>
        <p:spPr>
          <a:xfrm>
            <a:off x="7522464" y="31242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מלבן: פינות מעוגלות 16">
            <a:extLst>
              <a:ext uri="{FF2B5EF4-FFF2-40B4-BE49-F238E27FC236}">
                <a16:creationId xmlns:a16="http://schemas.microsoft.com/office/drawing/2014/main" id="{1377796F-076F-4BD8-656E-2051E0B7C044}"/>
              </a:ext>
            </a:extLst>
          </p:cNvPr>
          <p:cNvSpPr/>
          <p:nvPr/>
        </p:nvSpPr>
        <p:spPr>
          <a:xfrm>
            <a:off x="7674864" y="32766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8" name="מלבן: פינות מעוגלות 17">
            <a:extLst>
              <a:ext uri="{FF2B5EF4-FFF2-40B4-BE49-F238E27FC236}">
                <a16:creationId xmlns:a16="http://schemas.microsoft.com/office/drawing/2014/main" id="{682C323A-A4D4-BD24-D2F0-763641A17A6E}"/>
              </a:ext>
            </a:extLst>
          </p:cNvPr>
          <p:cNvSpPr/>
          <p:nvPr/>
        </p:nvSpPr>
        <p:spPr>
          <a:xfrm>
            <a:off x="7827264" y="34290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9" name="מלבן: פינות מעוגלות 18">
            <a:extLst>
              <a:ext uri="{FF2B5EF4-FFF2-40B4-BE49-F238E27FC236}">
                <a16:creationId xmlns:a16="http://schemas.microsoft.com/office/drawing/2014/main" id="{E02464B8-43CA-383D-3891-71648F8AD679}"/>
              </a:ext>
            </a:extLst>
          </p:cNvPr>
          <p:cNvSpPr/>
          <p:nvPr/>
        </p:nvSpPr>
        <p:spPr>
          <a:xfrm>
            <a:off x="7979664" y="35814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0" name="מלבן: פינות מעוגלות 19">
            <a:extLst>
              <a:ext uri="{FF2B5EF4-FFF2-40B4-BE49-F238E27FC236}">
                <a16:creationId xmlns:a16="http://schemas.microsoft.com/office/drawing/2014/main" id="{852F44A2-C491-92A3-D4F0-BAA3669EFE76}"/>
              </a:ext>
            </a:extLst>
          </p:cNvPr>
          <p:cNvSpPr/>
          <p:nvPr/>
        </p:nvSpPr>
        <p:spPr>
          <a:xfrm>
            <a:off x="8132064" y="37338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1" name="מלבן: פינות מעוגלות 20">
            <a:extLst>
              <a:ext uri="{FF2B5EF4-FFF2-40B4-BE49-F238E27FC236}">
                <a16:creationId xmlns:a16="http://schemas.microsoft.com/office/drawing/2014/main" id="{75761785-05B3-8A3B-1DB9-0812F82B09AF}"/>
              </a:ext>
            </a:extLst>
          </p:cNvPr>
          <p:cNvSpPr/>
          <p:nvPr/>
        </p:nvSpPr>
        <p:spPr>
          <a:xfrm>
            <a:off x="8284464" y="38862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2" name="מלבן: פינות מעוגלות 21">
            <a:extLst>
              <a:ext uri="{FF2B5EF4-FFF2-40B4-BE49-F238E27FC236}">
                <a16:creationId xmlns:a16="http://schemas.microsoft.com/office/drawing/2014/main" id="{B6A8290A-5408-F755-9D30-0E5F34EAC8F7}"/>
              </a:ext>
            </a:extLst>
          </p:cNvPr>
          <p:cNvSpPr/>
          <p:nvPr/>
        </p:nvSpPr>
        <p:spPr>
          <a:xfrm>
            <a:off x="8436864" y="40386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3" name="מלבן: פינות מעוגלות 22">
            <a:extLst>
              <a:ext uri="{FF2B5EF4-FFF2-40B4-BE49-F238E27FC236}">
                <a16:creationId xmlns:a16="http://schemas.microsoft.com/office/drawing/2014/main" id="{BB66B80A-CE4C-92D4-F7FC-8B8C4B1E4640}"/>
              </a:ext>
            </a:extLst>
          </p:cNvPr>
          <p:cNvSpPr/>
          <p:nvPr/>
        </p:nvSpPr>
        <p:spPr>
          <a:xfrm>
            <a:off x="8589264" y="41910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4" name="מלבן: פינות מעוגלות 23">
            <a:extLst>
              <a:ext uri="{FF2B5EF4-FFF2-40B4-BE49-F238E27FC236}">
                <a16:creationId xmlns:a16="http://schemas.microsoft.com/office/drawing/2014/main" id="{39DE6F64-8F60-75FC-B54A-CDA019A7BAA1}"/>
              </a:ext>
            </a:extLst>
          </p:cNvPr>
          <p:cNvSpPr/>
          <p:nvPr/>
        </p:nvSpPr>
        <p:spPr>
          <a:xfrm>
            <a:off x="8741664" y="43434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5" name="מלבן: פינות מעוגלות 24">
            <a:extLst>
              <a:ext uri="{FF2B5EF4-FFF2-40B4-BE49-F238E27FC236}">
                <a16:creationId xmlns:a16="http://schemas.microsoft.com/office/drawing/2014/main" id="{B7DD3882-4E0B-ECA2-0571-E6FB422EF5F2}"/>
              </a:ext>
            </a:extLst>
          </p:cNvPr>
          <p:cNvSpPr/>
          <p:nvPr/>
        </p:nvSpPr>
        <p:spPr>
          <a:xfrm>
            <a:off x="8894064" y="44958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6" name="מלבן: פינות מעוגלות 25">
            <a:extLst>
              <a:ext uri="{FF2B5EF4-FFF2-40B4-BE49-F238E27FC236}">
                <a16:creationId xmlns:a16="http://schemas.microsoft.com/office/drawing/2014/main" id="{83FD5F9F-75E4-5CDE-8FC9-F989A9F633CF}"/>
              </a:ext>
            </a:extLst>
          </p:cNvPr>
          <p:cNvSpPr/>
          <p:nvPr/>
        </p:nvSpPr>
        <p:spPr>
          <a:xfrm>
            <a:off x="9046464" y="46482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7" name="מלבן: פינות מעוגלות 26">
            <a:extLst>
              <a:ext uri="{FF2B5EF4-FFF2-40B4-BE49-F238E27FC236}">
                <a16:creationId xmlns:a16="http://schemas.microsoft.com/office/drawing/2014/main" id="{264CDDAF-0B63-B9CE-CE95-84218509D369}"/>
              </a:ext>
            </a:extLst>
          </p:cNvPr>
          <p:cNvSpPr/>
          <p:nvPr/>
        </p:nvSpPr>
        <p:spPr>
          <a:xfrm>
            <a:off x="9198864" y="48006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8" name="מלבן: פינות מעוגלות 27">
            <a:extLst>
              <a:ext uri="{FF2B5EF4-FFF2-40B4-BE49-F238E27FC236}">
                <a16:creationId xmlns:a16="http://schemas.microsoft.com/office/drawing/2014/main" id="{2D1C3E30-AF17-0B90-EA21-AEFCC1880D4E}"/>
              </a:ext>
            </a:extLst>
          </p:cNvPr>
          <p:cNvSpPr/>
          <p:nvPr/>
        </p:nvSpPr>
        <p:spPr>
          <a:xfrm>
            <a:off x="9351264" y="49530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9" name="מלבן: פינות מעוגלות 28">
            <a:extLst>
              <a:ext uri="{FF2B5EF4-FFF2-40B4-BE49-F238E27FC236}">
                <a16:creationId xmlns:a16="http://schemas.microsoft.com/office/drawing/2014/main" id="{0E05CCC6-03A8-E113-A602-11B45C320121}"/>
              </a:ext>
            </a:extLst>
          </p:cNvPr>
          <p:cNvSpPr/>
          <p:nvPr/>
        </p:nvSpPr>
        <p:spPr>
          <a:xfrm>
            <a:off x="9503664" y="51054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0" name="מלבן: פינות מעוגלות 29">
            <a:extLst>
              <a:ext uri="{FF2B5EF4-FFF2-40B4-BE49-F238E27FC236}">
                <a16:creationId xmlns:a16="http://schemas.microsoft.com/office/drawing/2014/main" id="{2C011017-BB4E-3BDB-5690-9FCD9F37D299}"/>
              </a:ext>
            </a:extLst>
          </p:cNvPr>
          <p:cNvSpPr/>
          <p:nvPr/>
        </p:nvSpPr>
        <p:spPr>
          <a:xfrm>
            <a:off x="9656064" y="52578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1" name="מלבן: פינות מעוגלות 30">
            <a:extLst>
              <a:ext uri="{FF2B5EF4-FFF2-40B4-BE49-F238E27FC236}">
                <a16:creationId xmlns:a16="http://schemas.microsoft.com/office/drawing/2014/main" id="{0B10D2AF-F43F-54B7-2C64-7FF8A643FC6D}"/>
              </a:ext>
            </a:extLst>
          </p:cNvPr>
          <p:cNvSpPr/>
          <p:nvPr/>
        </p:nvSpPr>
        <p:spPr>
          <a:xfrm>
            <a:off x="9808464" y="54102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2" name="מלבן: פינות מעוגלות 31">
            <a:extLst>
              <a:ext uri="{FF2B5EF4-FFF2-40B4-BE49-F238E27FC236}">
                <a16:creationId xmlns:a16="http://schemas.microsoft.com/office/drawing/2014/main" id="{BA159A71-B60C-60CA-22BE-E66E934CB56A}"/>
              </a:ext>
            </a:extLst>
          </p:cNvPr>
          <p:cNvSpPr/>
          <p:nvPr/>
        </p:nvSpPr>
        <p:spPr>
          <a:xfrm>
            <a:off x="9960864" y="55626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3" name="מלבן: פינות מעוגלות 32">
            <a:extLst>
              <a:ext uri="{FF2B5EF4-FFF2-40B4-BE49-F238E27FC236}">
                <a16:creationId xmlns:a16="http://schemas.microsoft.com/office/drawing/2014/main" id="{F73F3FF8-3928-46F5-E151-1E9997696CDE}"/>
              </a:ext>
            </a:extLst>
          </p:cNvPr>
          <p:cNvSpPr/>
          <p:nvPr/>
        </p:nvSpPr>
        <p:spPr>
          <a:xfrm>
            <a:off x="10113264" y="57150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4" name="מלבן: פינות מעוגלות 33">
            <a:extLst>
              <a:ext uri="{FF2B5EF4-FFF2-40B4-BE49-F238E27FC236}">
                <a16:creationId xmlns:a16="http://schemas.microsoft.com/office/drawing/2014/main" id="{44A6593B-2F76-66F8-A6AD-1FC9A39A3F37}"/>
              </a:ext>
            </a:extLst>
          </p:cNvPr>
          <p:cNvSpPr/>
          <p:nvPr/>
        </p:nvSpPr>
        <p:spPr>
          <a:xfrm>
            <a:off x="10265664" y="58674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5" name="מלבן: פינות מעוגלות 34">
            <a:extLst>
              <a:ext uri="{FF2B5EF4-FFF2-40B4-BE49-F238E27FC236}">
                <a16:creationId xmlns:a16="http://schemas.microsoft.com/office/drawing/2014/main" id="{39532275-781A-961F-3A66-111FF6AF3C7B}"/>
              </a:ext>
            </a:extLst>
          </p:cNvPr>
          <p:cNvSpPr/>
          <p:nvPr/>
        </p:nvSpPr>
        <p:spPr>
          <a:xfrm>
            <a:off x="10418064" y="60198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6" name="מלבן: פינות מעוגלות 35">
            <a:extLst>
              <a:ext uri="{FF2B5EF4-FFF2-40B4-BE49-F238E27FC236}">
                <a16:creationId xmlns:a16="http://schemas.microsoft.com/office/drawing/2014/main" id="{0C43D0E5-60EF-B6FD-DE42-247B5BE0762F}"/>
              </a:ext>
            </a:extLst>
          </p:cNvPr>
          <p:cNvSpPr/>
          <p:nvPr/>
        </p:nvSpPr>
        <p:spPr>
          <a:xfrm>
            <a:off x="10570464" y="6172200"/>
            <a:ext cx="1069848" cy="65836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pic>
        <p:nvPicPr>
          <p:cNvPr id="37" name="תמונה 36">
            <a:extLst>
              <a:ext uri="{FF2B5EF4-FFF2-40B4-BE49-F238E27FC236}">
                <a16:creationId xmlns:a16="http://schemas.microsoft.com/office/drawing/2014/main" id="{38FC7DA8-278D-019A-3C7E-6EC0646F4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265" y="2337380"/>
            <a:ext cx="1085182" cy="670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882251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6</Words>
  <Application>Microsoft Office PowerPoint</Application>
  <PresentationFormat>מסך רחב</PresentationFormat>
  <Paragraphs>4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2</cp:revision>
  <dcterms:created xsi:type="dcterms:W3CDTF">2026-01-14T08:20:47Z</dcterms:created>
  <dcterms:modified xsi:type="dcterms:W3CDTF">2026-01-14T10:27:17Z</dcterms:modified>
</cp:coreProperties>
</file>